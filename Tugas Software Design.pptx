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11"/>
  </p:normalViewPr>
  <p:slideViewPr>
    <p:cSldViewPr snapToGrid="0">
      <p:cViewPr varScale="1">
        <p:scale>
          <a:sx n="95" d="100"/>
          <a:sy n="95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5619-52D2-1910-9C8A-612C2D766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19766-4BD6-72A7-239F-D3DA92E72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0BCAE-DBEF-8561-BAEC-9373ECA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74E2-5862-734B-BDB1-5E842CDE6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B769A-C083-0913-163F-8DF6BB106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CEC3E-9703-E045-9404-F59C3E21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6190-0BD6-9340-9780-17B8011B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93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A428C-2350-7331-97D3-F35E71E3E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D84CC-85EF-BB81-4BD5-FD52724EE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554D7-E7C6-6B3B-24C0-AE100638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74E2-5862-734B-BDB1-5E842CDE6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E99E3-EABE-94AB-F6F4-28AB341CB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936FD-A033-2773-714A-4B7C0DF08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6190-0BD6-9340-9780-17B8011B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1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CB47D-0750-C722-9997-627856E91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FD87B-0868-0C5E-0265-672AD9C88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CC473-2569-627F-78C9-BC99A3F9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74E2-5862-734B-BDB1-5E842CDE6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6D291-979B-4907-7BA2-CDA785833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CFBA6-4243-C71B-8614-0008451B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6190-0BD6-9340-9780-17B8011B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97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E6584-ED8A-FEBB-8A3F-595C8208B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067E8-4B25-D3DF-D502-FB96F8FEF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61BB5-B387-719D-879C-057686E97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C6217-864D-F266-BCA4-B119972A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74E2-5862-734B-BDB1-5E842CDE6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384B1-7D55-505C-76C8-184C8E0D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52356-64E3-8205-CEF4-06DB422AF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6190-0BD6-9340-9780-17B8011B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0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1370-03FD-AC0E-B564-5A2582FC7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A43BF-49E7-2CEB-C8CB-2EF8AD73C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E7AC8-0012-53C5-D89E-5180F497C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138DE4-8445-981A-00FD-23CC32194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317DBC-5E7F-28A0-A206-8BAA78299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4A14EC-89D0-3635-5F85-255B45F3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74E2-5862-734B-BDB1-5E842CDE6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FBE62F-74FE-A2DB-6C60-FD97238E9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AF8319-3373-E83E-772B-5187C7F7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6190-0BD6-9340-9780-17B8011B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5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CD3A-DD9B-E1A1-1029-BD6CE3D7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CD587F-6695-A570-2B4E-F00A32A60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74E2-5862-734B-BDB1-5E842CDE6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4C56A-A834-6927-ABB4-EA01402F7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6B34A-E9F6-C0D3-80B8-5EF22DEB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6190-0BD6-9340-9780-17B8011B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9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9833B8-CA65-E086-BA5E-7B0D4340B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74E2-5862-734B-BDB1-5E842CDE6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FA3877-2ED7-6B96-637A-67BC7DC3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8C2D2-0075-6451-40EF-732DCAE01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6190-0BD6-9340-9780-17B8011B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51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BABD2-DA0A-4C0C-AAEB-E3FEA3A2A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0EADC-D5A3-832D-5729-AFCF4221F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6E273-2762-905A-DAD8-C9CFBE744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A122D-08E5-E782-B457-F188DEB32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74E2-5862-734B-BDB1-5E842CDE6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CCD45-0F3B-4C81-8493-8A978DCB6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66F30-D90F-2DD2-94D1-14FD7E35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6190-0BD6-9340-9780-17B8011B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0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7D34B-ACC8-4932-6940-155A7F9BA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EE231-474B-F865-2D1D-08542C94F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3E76E-7E44-DFF6-59C2-5159E2DE4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73E29-6419-95EE-6105-020B33B7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74E2-5862-734B-BDB1-5E842CDE6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2DF4F-5FC6-EDC9-3792-3486C8BA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0F90E-2F71-5344-838B-D0716924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6190-0BD6-9340-9780-17B8011B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34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3263-2260-9F42-09E8-6AC54CF1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169A0-0F29-B0BA-E31C-99999D923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51CED-0E27-C067-8830-85B6FC84B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74E2-5862-734B-BDB1-5E842CDE6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752F3-D31F-A038-04F6-CC85D3700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027D6-314E-7DF8-C2EA-CA90C2DC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6190-0BD6-9340-9780-17B8011B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7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8BD768-59E3-3706-DC0F-406B0B325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CDA79-82AC-28E7-6DD4-222503AB6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2F9A-DE44-2DF8-EAC9-9A1E7482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74E2-5862-734B-BDB1-5E842CDE6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84F83-DA4C-2C6C-ACF2-F8EF1F96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96A6B-7021-63E3-3889-FCF9264B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26190-0BD6-9340-9780-17B8011B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6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58884F-2153-C3AA-0455-A691F2BB4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44CC0-3DC9-405C-E808-AEAE1CE39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7CC9-9042-130B-C67C-654DF136B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C74E2-5862-734B-BDB1-5E842CDE6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4E83C-59A9-64D2-9C17-6A9311B72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57E19-7891-2E58-F50A-1D1EFEC54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A26190-0BD6-9340-9780-17B8011B5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1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187F-19C2-EE18-C5B2-C48E10AF2B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Software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C5AEE-BEC0-AE5E-82A6-C8A0554D9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6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941FD-82B2-07B3-C484-C95F6AD6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A7E8C-39A3-CB80-FE79-D1104FC7C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Pada </a:t>
            </a:r>
            <a:r>
              <a:rPr lang="en-US" dirty="0" err="1"/>
              <a:t>desain</a:t>
            </a:r>
            <a:r>
              <a:rPr lang="en-US" dirty="0"/>
              <a:t> database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. </a:t>
            </a:r>
            <a:r>
              <a:rPr lang="en-US" dirty="0" err="1"/>
              <a:t>Rancanglah</a:t>
            </a:r>
            <a:r>
              <a:rPr lang="en-US" dirty="0"/>
              <a:t> </a:t>
            </a:r>
            <a:r>
              <a:rPr lang="en-US" b="1" dirty="0"/>
              <a:t>Class diagram </a:t>
            </a:r>
            <a:r>
              <a:rPr lang="en-US" dirty="0"/>
              <a:t>se-detail </a:t>
            </a:r>
            <a:r>
              <a:rPr lang="en-US" dirty="0" err="1"/>
              <a:t>mungkin</a:t>
            </a:r>
            <a:r>
              <a:rPr lang="en-US" dirty="0"/>
              <a:t>.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relasi</a:t>
            </a:r>
            <a:r>
              <a:rPr lang="en-US" dirty="0"/>
              <a:t> yang </a:t>
            </a:r>
            <a:r>
              <a:rPr lang="en-US" dirty="0" err="1"/>
              <a:t>dimiliki</a:t>
            </a:r>
            <a:endParaRPr lang="en-US" dirty="0"/>
          </a:p>
          <a:p>
            <a:r>
              <a:rPr lang="en-US" dirty="0" err="1"/>
              <a:t>Simulasikan</a:t>
            </a:r>
            <a:r>
              <a:rPr lang="en-US" dirty="0"/>
              <a:t> Class Diagram </a:t>
            </a:r>
            <a:r>
              <a:rPr lang="en-US" dirty="0" err="1"/>
              <a:t>itu</a:t>
            </a:r>
            <a:r>
              <a:rPr lang="en-US" dirty="0"/>
              <a:t> pada Bahasa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b="1" dirty="0"/>
              <a:t>Java</a:t>
            </a:r>
            <a:r>
              <a:rPr lang="en-US" dirty="0"/>
              <a:t>.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b="1" dirty="0"/>
              <a:t>record video </a:t>
            </a:r>
            <a:r>
              <a:rPr lang="en-US" dirty="0"/>
              <a:t>yang di upload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b="1" dirty="0" err="1"/>
              <a:t>Youtube</a:t>
            </a:r>
            <a:r>
              <a:rPr lang="en-US" b="1"/>
              <a:t>.</a:t>
            </a:r>
            <a:endParaRPr lang="en-US" dirty="0"/>
          </a:p>
          <a:p>
            <a:r>
              <a:rPr lang="en-US" dirty="0"/>
              <a:t>Class diagram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b="1" dirty="0"/>
              <a:t>interface</a:t>
            </a:r>
            <a:r>
              <a:rPr lang="en-US" dirty="0"/>
              <a:t> dan </a:t>
            </a:r>
            <a:r>
              <a:rPr lang="en-US" b="1" dirty="0"/>
              <a:t>abstract class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Deadline 28 April 00.01</a:t>
            </a:r>
          </a:p>
        </p:txBody>
      </p:sp>
    </p:spTree>
    <p:extLst>
      <p:ext uri="{BB962C8B-B14F-4D97-AF65-F5344CB8AC3E}">
        <p14:creationId xmlns:p14="http://schemas.microsoft.com/office/powerpoint/2010/main" val="3769936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Tugas Software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Irham Maulani Abdul Gani</dc:creator>
  <cp:lastModifiedBy>Irham Maulani Abdul Gani</cp:lastModifiedBy>
  <cp:revision>1</cp:revision>
  <dcterms:created xsi:type="dcterms:W3CDTF">2026-04-21T00:43:14Z</dcterms:created>
  <dcterms:modified xsi:type="dcterms:W3CDTF">2026-04-21T00:45:44Z</dcterms:modified>
</cp:coreProperties>
</file>